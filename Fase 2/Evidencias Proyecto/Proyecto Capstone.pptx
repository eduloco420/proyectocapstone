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Open Sans Bold" panose="020B0604020202020204" charset="0"/>
      <p:regular r:id="rId15"/>
    </p:embeddedFont>
    <p:embeddedFont>
      <p:font typeface="Proxima Nova" panose="020B0604020202020204" charset="0"/>
      <p:regular r:id="rId16"/>
    </p:embeddedFont>
    <p:embeddedFont>
      <p:font typeface="Proxima Nov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320" y="5615759"/>
            <a:ext cx="6503276" cy="4114800"/>
          </a:xfrm>
          <a:custGeom>
            <a:avLst/>
            <a:gdLst/>
            <a:ahLst/>
            <a:cxnLst/>
            <a:rect l="l" t="t" r="r" b="b"/>
            <a:pathLst>
              <a:path w="6503276" h="4114800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786864" y="2106633"/>
            <a:ext cx="2814723" cy="4539876"/>
          </a:xfrm>
          <a:custGeom>
            <a:avLst/>
            <a:gdLst/>
            <a:ahLst/>
            <a:cxnLst/>
            <a:rect l="l" t="t" r="r" b="b"/>
            <a:pathLst>
              <a:path w="2814723" h="4539876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5555416" y="8291512"/>
            <a:ext cx="4100910" cy="2878093"/>
          </a:xfrm>
          <a:custGeom>
            <a:avLst/>
            <a:gdLst/>
            <a:ahLst/>
            <a:cxnLst/>
            <a:rect l="l" t="t" r="r" b="b"/>
            <a:pathLst>
              <a:path w="4100910" h="2878093">
                <a:moveTo>
                  <a:pt x="0" y="0"/>
                </a:moveTo>
                <a:lnTo>
                  <a:pt x="4100910" y="0"/>
                </a:lnTo>
                <a:lnTo>
                  <a:pt x="4100910" y="2878094"/>
                </a:lnTo>
                <a:lnTo>
                  <a:pt x="0" y="2878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338904" y="2531709"/>
            <a:ext cx="2708287" cy="4114800"/>
          </a:xfrm>
          <a:custGeom>
            <a:avLst/>
            <a:gdLst/>
            <a:ahLst/>
            <a:cxnLst/>
            <a:rect l="l" t="t" r="r" b="b"/>
            <a:pathLst>
              <a:path w="2708287" h="4114800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-3092407" y="8229600"/>
            <a:ext cx="6357135" cy="4114800"/>
          </a:xfrm>
          <a:custGeom>
            <a:avLst/>
            <a:gdLst/>
            <a:ahLst/>
            <a:cxnLst/>
            <a:rect l="l" t="t" r="r" b="b"/>
            <a:pathLst>
              <a:path w="6357135" h="4114800">
                <a:moveTo>
                  <a:pt x="0" y="0"/>
                </a:moveTo>
                <a:lnTo>
                  <a:pt x="6357135" y="0"/>
                </a:lnTo>
                <a:lnTo>
                  <a:pt x="63571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-454268" y="-1028700"/>
            <a:ext cx="2551176" cy="4114800"/>
          </a:xfrm>
          <a:custGeom>
            <a:avLst/>
            <a:gdLst/>
            <a:ahLst/>
            <a:cxnLst/>
            <a:rect l="l" t="t" r="r" b="b"/>
            <a:pathLst>
              <a:path w="2551176" h="4114800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8291544" y="1756544"/>
            <a:ext cx="9443917" cy="3453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4818" b="1" spc="-933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Proyecto Capstone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4697" y="5492188"/>
            <a:ext cx="3629238" cy="33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799" b="1" spc="8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PTY4614_003V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4697" y="6144622"/>
            <a:ext cx="4009058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Por:</a:t>
            </a:r>
            <a:r>
              <a:rPr lang="en-US" sz="2199" dirty="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Eduardo Alexis Bravo Diaz</a:t>
            </a: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20-08-2026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8707" y="5783561"/>
            <a:ext cx="6289988" cy="361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 err="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Profesor</a:t>
            </a:r>
            <a:r>
              <a:rPr lang="en-US" sz="2199" b="1" dirty="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199" dirty="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Marco Antonio Valenzuela Contreras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8159" y="1633475"/>
            <a:ext cx="8521412" cy="269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b="1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Objetivo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18159" y="4898914"/>
            <a:ext cx="6749053" cy="2185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08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Desarrollar e implementar una plataforma de Mesa de Ayuda que permita centralizar, gestionar y monitorear las solicitudes de soporte, proporcionando trazabilidad completa y automatizando procesos de comunicación y atención.</a:t>
            </a:r>
          </a:p>
        </p:txBody>
      </p:sp>
      <p:sp>
        <p:nvSpPr>
          <p:cNvPr id="4" name="Freeform 4"/>
          <p:cNvSpPr/>
          <p:nvPr/>
        </p:nvSpPr>
        <p:spPr>
          <a:xfrm>
            <a:off x="11752239" y="-196191"/>
            <a:ext cx="2870338" cy="4902751"/>
          </a:xfrm>
          <a:custGeom>
            <a:avLst/>
            <a:gdLst/>
            <a:ahLst/>
            <a:cxnLst/>
            <a:rect l="l" t="t" r="r" b="b"/>
            <a:pathLst>
              <a:path w="2870338" h="4902751">
                <a:moveTo>
                  <a:pt x="0" y="0"/>
                </a:moveTo>
                <a:lnTo>
                  <a:pt x="2870337" y="0"/>
                </a:lnTo>
                <a:lnTo>
                  <a:pt x="2870337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0896361" y="4706560"/>
            <a:ext cx="5511729" cy="3868232"/>
          </a:xfrm>
          <a:custGeom>
            <a:avLst/>
            <a:gdLst/>
            <a:ahLst/>
            <a:cxnLst/>
            <a:rect l="l" t="t" r="r" b="b"/>
            <a:pathLst>
              <a:path w="5511729" h="3868232">
                <a:moveTo>
                  <a:pt x="0" y="0"/>
                </a:moveTo>
                <a:lnTo>
                  <a:pt x="5511729" y="0"/>
                </a:lnTo>
                <a:lnTo>
                  <a:pt x="5511729" y="3868231"/>
                </a:lnTo>
                <a:lnTo>
                  <a:pt x="0" y="3868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5326823" y="1299432"/>
            <a:ext cx="3841974" cy="4902751"/>
          </a:xfrm>
          <a:custGeom>
            <a:avLst/>
            <a:gdLst/>
            <a:ahLst/>
            <a:cxnLst/>
            <a:rect l="l" t="t" r="r" b="b"/>
            <a:pathLst>
              <a:path w="3841974" h="4902751">
                <a:moveTo>
                  <a:pt x="0" y="0"/>
                </a:moveTo>
                <a:lnTo>
                  <a:pt x="3841975" y="0"/>
                </a:lnTo>
                <a:lnTo>
                  <a:pt x="3841975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2620852" y="7084606"/>
            <a:ext cx="7574475" cy="4902751"/>
          </a:xfrm>
          <a:custGeom>
            <a:avLst/>
            <a:gdLst/>
            <a:ahLst/>
            <a:cxnLst/>
            <a:rect l="l" t="t" r="r" b="b"/>
            <a:pathLst>
              <a:path w="7574475" h="4902751">
                <a:moveTo>
                  <a:pt x="0" y="0"/>
                </a:moveTo>
                <a:lnTo>
                  <a:pt x="7574476" y="0"/>
                </a:lnTo>
                <a:lnTo>
                  <a:pt x="7574476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177156" y="7945246"/>
            <a:ext cx="3898412" cy="4571699"/>
          </a:xfrm>
          <a:custGeom>
            <a:avLst/>
            <a:gdLst/>
            <a:ahLst/>
            <a:cxnLst/>
            <a:rect l="l" t="t" r="r" b="b"/>
            <a:pathLst>
              <a:path w="3898412" h="4571699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8821" y="3776476"/>
            <a:ext cx="4492767" cy="4386574"/>
          </a:xfrm>
          <a:custGeom>
            <a:avLst/>
            <a:gdLst/>
            <a:ahLst/>
            <a:cxnLst/>
            <a:rect l="l" t="t" r="r" b="b"/>
            <a:pathLst>
              <a:path w="4492767" h="4386574">
                <a:moveTo>
                  <a:pt x="0" y="0"/>
                </a:moveTo>
                <a:lnTo>
                  <a:pt x="4492766" y="0"/>
                </a:lnTo>
                <a:lnTo>
                  <a:pt x="4492766" y="4386574"/>
                </a:lnTo>
                <a:lnTo>
                  <a:pt x="0" y="4386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H="1">
            <a:off x="14031273" y="1072383"/>
            <a:ext cx="3106566" cy="4250276"/>
          </a:xfrm>
          <a:custGeom>
            <a:avLst/>
            <a:gdLst/>
            <a:ahLst/>
            <a:cxnLst/>
            <a:rect l="l" t="t" r="r" b="b"/>
            <a:pathLst>
              <a:path w="3106566" h="4250276">
                <a:moveTo>
                  <a:pt x="3106566" y="0"/>
                </a:moveTo>
                <a:lnTo>
                  <a:pt x="0" y="0"/>
                </a:lnTo>
                <a:lnTo>
                  <a:pt x="0" y="4250277"/>
                </a:lnTo>
                <a:lnTo>
                  <a:pt x="3106566" y="4250277"/>
                </a:lnTo>
                <a:lnTo>
                  <a:pt x="31065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5913926" y="4898623"/>
            <a:ext cx="3812587" cy="2675743"/>
          </a:xfrm>
          <a:custGeom>
            <a:avLst/>
            <a:gdLst/>
            <a:ahLst/>
            <a:cxnLst/>
            <a:rect l="l" t="t" r="r" b="b"/>
            <a:pathLst>
              <a:path w="3812587" h="2675743">
                <a:moveTo>
                  <a:pt x="0" y="0"/>
                </a:moveTo>
                <a:lnTo>
                  <a:pt x="3812588" y="0"/>
                </a:lnTo>
                <a:lnTo>
                  <a:pt x="3812588" y="2675743"/>
                </a:lnTo>
                <a:lnTo>
                  <a:pt x="0" y="2675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0146295" y="8811581"/>
            <a:ext cx="4510398" cy="2903056"/>
          </a:xfrm>
          <a:custGeom>
            <a:avLst/>
            <a:gdLst/>
            <a:ahLst/>
            <a:cxnLst/>
            <a:rect l="l" t="t" r="r" b="b"/>
            <a:pathLst>
              <a:path w="4510398" h="2903056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592664" y="610117"/>
            <a:ext cx="8853266" cy="269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b="1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Objetivos especificos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2664" y="3681226"/>
            <a:ext cx="5481737" cy="533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Centralizar la creación y gestión de tickets.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Mantener trazabilidad de cada solicitud.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Administrar usuarios, roles y permisos.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Facilitar la comunicación entre solicitantes y técnicos.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Automatizar notificaciones mediante correo electrónico.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Incorporar herramientas de inteligencia artificial.</a:t>
            </a:r>
          </a:p>
          <a:p>
            <a:pPr marL="453390" lvl="1" indent="-226695" algn="l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Generar información para el monitoreo y toma de decisiones.</a:t>
            </a:r>
          </a:p>
          <a:p>
            <a:pPr algn="l">
              <a:lnSpc>
                <a:spcPts val="3590"/>
              </a:lnSpc>
            </a:pPr>
            <a:endParaRPr lang="en-US" sz="2100">
              <a:solidFill>
                <a:srgbClr val="1C014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10768821" y="789751"/>
            <a:ext cx="2430360" cy="3454000"/>
          </a:xfrm>
          <a:custGeom>
            <a:avLst/>
            <a:gdLst/>
            <a:ahLst/>
            <a:cxnLst/>
            <a:rect l="l" t="t" r="r" b="b"/>
            <a:pathLst>
              <a:path w="2430360" h="3454000">
                <a:moveTo>
                  <a:pt x="2430359" y="0"/>
                </a:moveTo>
                <a:lnTo>
                  <a:pt x="0" y="0"/>
                </a:lnTo>
                <a:lnTo>
                  <a:pt x="0" y="3454000"/>
                </a:lnTo>
                <a:lnTo>
                  <a:pt x="2430359" y="3454000"/>
                </a:lnTo>
                <a:lnTo>
                  <a:pt x="24303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flipH="1">
            <a:off x="13199180" y="7200900"/>
            <a:ext cx="6357135" cy="4114800"/>
          </a:xfrm>
          <a:custGeom>
            <a:avLst/>
            <a:gdLst/>
            <a:ahLst/>
            <a:cxnLst/>
            <a:rect l="l" t="t" r="r" b="b"/>
            <a:pathLst>
              <a:path w="6357135" h="4114800">
                <a:moveTo>
                  <a:pt x="6357135" y="0"/>
                </a:moveTo>
                <a:lnTo>
                  <a:pt x="0" y="0"/>
                </a:lnTo>
                <a:lnTo>
                  <a:pt x="0" y="4114800"/>
                </a:lnTo>
                <a:lnTo>
                  <a:pt x="6357135" y="4114800"/>
                </a:lnTo>
                <a:lnTo>
                  <a:pt x="63571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0074" y="1017985"/>
            <a:ext cx="14798134" cy="141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b="1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Alcance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2265" y="2890020"/>
            <a:ext cx="160512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spc="-31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77385" y="2484367"/>
            <a:ext cx="5481737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5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Gestión de Tickets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265" y="4760842"/>
            <a:ext cx="160512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spc="-31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77385" y="4370317"/>
            <a:ext cx="5609131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5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Gestión de usuarios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2265" y="6637266"/>
            <a:ext cx="160512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spc="-31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77385" y="6247921"/>
            <a:ext cx="5481737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5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Comunicación</a:t>
            </a:r>
          </a:p>
        </p:txBody>
      </p:sp>
      <p:sp>
        <p:nvSpPr>
          <p:cNvPr id="9" name="Freeform 9"/>
          <p:cNvSpPr/>
          <p:nvPr/>
        </p:nvSpPr>
        <p:spPr>
          <a:xfrm>
            <a:off x="13718898" y="5390422"/>
            <a:ext cx="4106217" cy="4571699"/>
          </a:xfrm>
          <a:custGeom>
            <a:avLst/>
            <a:gdLst/>
            <a:ahLst/>
            <a:cxnLst/>
            <a:rect l="l" t="t" r="r" b="b"/>
            <a:pathLst>
              <a:path w="4106217" h="4571699">
                <a:moveTo>
                  <a:pt x="0" y="0"/>
                </a:moveTo>
                <a:lnTo>
                  <a:pt x="4106217" y="0"/>
                </a:lnTo>
                <a:lnTo>
                  <a:pt x="4106217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173063" y="3623175"/>
            <a:ext cx="3898412" cy="4571699"/>
          </a:xfrm>
          <a:custGeom>
            <a:avLst/>
            <a:gdLst/>
            <a:ahLst/>
            <a:cxnLst/>
            <a:rect l="l" t="t" r="r" b="b"/>
            <a:pathLst>
              <a:path w="3898412" h="4571699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6358208" y="1263729"/>
            <a:ext cx="3341496" cy="4571699"/>
          </a:xfrm>
          <a:custGeom>
            <a:avLst/>
            <a:gdLst/>
            <a:ahLst/>
            <a:cxnLst/>
            <a:rect l="l" t="t" r="r" b="b"/>
            <a:pathLst>
              <a:path w="3341496" h="4571699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1074655" y="8589082"/>
            <a:ext cx="2644244" cy="4516565"/>
          </a:xfrm>
          <a:custGeom>
            <a:avLst/>
            <a:gdLst/>
            <a:ahLst/>
            <a:cxnLst/>
            <a:rect l="l" t="t" r="r" b="b"/>
            <a:pathLst>
              <a:path w="2644244" h="4516565">
                <a:moveTo>
                  <a:pt x="0" y="0"/>
                </a:moveTo>
                <a:lnTo>
                  <a:pt x="2644243" y="0"/>
                </a:lnTo>
                <a:lnTo>
                  <a:pt x="2644243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9144000" y="4182055"/>
            <a:ext cx="2848578" cy="1843807"/>
          </a:xfrm>
          <a:custGeom>
            <a:avLst/>
            <a:gdLst/>
            <a:ahLst/>
            <a:cxnLst/>
            <a:rect l="l" t="t" r="r" b="b"/>
            <a:pathLst>
              <a:path w="2848578" h="1843807">
                <a:moveTo>
                  <a:pt x="0" y="0"/>
                </a:moveTo>
                <a:lnTo>
                  <a:pt x="2848578" y="0"/>
                </a:lnTo>
                <a:lnTo>
                  <a:pt x="2848578" y="1843806"/>
                </a:lnTo>
                <a:lnTo>
                  <a:pt x="0" y="184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1372265" y="8514871"/>
            <a:ext cx="1605120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5000" spc="-31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4.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13688" y="8125526"/>
            <a:ext cx="5736525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5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Automatización e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22" b="-1722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14232" y="1585846"/>
            <a:ext cx="13259536" cy="8154614"/>
          </a:xfrm>
          <a:custGeom>
            <a:avLst/>
            <a:gdLst/>
            <a:ahLst/>
            <a:cxnLst/>
            <a:rect l="l" t="t" r="r" b="b"/>
            <a:pathLst>
              <a:path w="13259536" h="8154614">
                <a:moveTo>
                  <a:pt x="0" y="0"/>
                </a:moveTo>
                <a:lnTo>
                  <a:pt x="13259536" y="0"/>
                </a:lnTo>
                <a:lnTo>
                  <a:pt x="13259536" y="8154614"/>
                </a:lnTo>
                <a:lnTo>
                  <a:pt x="0" y="815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10215" y="613025"/>
            <a:ext cx="14798134" cy="97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8000" b="1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Modelo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81324" y="1585846"/>
            <a:ext cx="10925352" cy="7783421"/>
          </a:xfrm>
          <a:custGeom>
            <a:avLst/>
            <a:gdLst/>
            <a:ahLst/>
            <a:cxnLst/>
            <a:rect l="l" t="t" r="r" b="b"/>
            <a:pathLst>
              <a:path w="10925352" h="7783421">
                <a:moveTo>
                  <a:pt x="0" y="0"/>
                </a:moveTo>
                <a:lnTo>
                  <a:pt x="10925352" y="0"/>
                </a:lnTo>
                <a:lnTo>
                  <a:pt x="10925352" y="7783421"/>
                </a:lnTo>
                <a:lnTo>
                  <a:pt x="0" y="778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10215" y="613025"/>
            <a:ext cx="14798134" cy="97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8000" b="1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Modelo de Datos - Usuarios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4343" y="1585846"/>
            <a:ext cx="13139313" cy="7783421"/>
          </a:xfrm>
          <a:custGeom>
            <a:avLst/>
            <a:gdLst/>
            <a:ahLst/>
            <a:cxnLst/>
            <a:rect l="l" t="t" r="r" b="b"/>
            <a:pathLst>
              <a:path w="13139313" h="7783421">
                <a:moveTo>
                  <a:pt x="0" y="0"/>
                </a:moveTo>
                <a:lnTo>
                  <a:pt x="13139314" y="0"/>
                </a:lnTo>
                <a:lnTo>
                  <a:pt x="13139314" y="7783421"/>
                </a:lnTo>
                <a:lnTo>
                  <a:pt x="0" y="778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3" r="-7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10215" y="613025"/>
            <a:ext cx="14798134" cy="97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8000" b="1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Modelo de Datos - Tickets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2088" y="1585846"/>
            <a:ext cx="15863824" cy="7783421"/>
          </a:xfrm>
          <a:custGeom>
            <a:avLst/>
            <a:gdLst/>
            <a:ahLst/>
            <a:cxnLst/>
            <a:rect l="l" t="t" r="r" b="b"/>
            <a:pathLst>
              <a:path w="15863824" h="7783421">
                <a:moveTo>
                  <a:pt x="0" y="0"/>
                </a:moveTo>
                <a:lnTo>
                  <a:pt x="15863824" y="0"/>
                </a:lnTo>
                <a:lnTo>
                  <a:pt x="15863824" y="7783421"/>
                </a:lnTo>
                <a:lnTo>
                  <a:pt x="0" y="778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10215" y="613025"/>
            <a:ext cx="14798134" cy="97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8000" b="1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Modelo de Datos - Mensajes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878" y="-466924"/>
            <a:ext cx="2870338" cy="4902751"/>
          </a:xfrm>
          <a:custGeom>
            <a:avLst/>
            <a:gdLst/>
            <a:ahLst/>
            <a:cxnLst/>
            <a:rect l="l" t="t" r="r" b="b"/>
            <a:pathLst>
              <a:path w="2870338" h="4902751">
                <a:moveTo>
                  <a:pt x="0" y="0"/>
                </a:moveTo>
                <a:lnTo>
                  <a:pt x="2870338" y="0"/>
                </a:lnTo>
                <a:lnTo>
                  <a:pt x="2870338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334000" y="4435827"/>
            <a:ext cx="5511729" cy="3868232"/>
          </a:xfrm>
          <a:custGeom>
            <a:avLst/>
            <a:gdLst/>
            <a:ahLst/>
            <a:cxnLst/>
            <a:rect l="l" t="t" r="r" b="b"/>
            <a:pathLst>
              <a:path w="5511729" h="3868232">
                <a:moveTo>
                  <a:pt x="0" y="0"/>
                </a:moveTo>
                <a:lnTo>
                  <a:pt x="5511729" y="0"/>
                </a:lnTo>
                <a:lnTo>
                  <a:pt x="5511729" y="3868232"/>
                </a:lnTo>
                <a:lnTo>
                  <a:pt x="0" y="3868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096463" y="1028700"/>
            <a:ext cx="3841974" cy="4902751"/>
          </a:xfrm>
          <a:custGeom>
            <a:avLst/>
            <a:gdLst/>
            <a:ahLst/>
            <a:cxnLst/>
            <a:rect l="l" t="t" r="r" b="b"/>
            <a:pathLst>
              <a:path w="3841974" h="4902751">
                <a:moveTo>
                  <a:pt x="0" y="0"/>
                </a:moveTo>
                <a:lnTo>
                  <a:pt x="3841974" y="0"/>
                </a:lnTo>
                <a:lnTo>
                  <a:pt x="3841974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390492" y="6813873"/>
            <a:ext cx="7574475" cy="4902751"/>
          </a:xfrm>
          <a:custGeom>
            <a:avLst/>
            <a:gdLst/>
            <a:ahLst/>
            <a:cxnLst/>
            <a:rect l="l" t="t" r="r" b="b"/>
            <a:pathLst>
              <a:path w="7574475" h="4902751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7666515" y="5807652"/>
            <a:ext cx="1832956" cy="2057400"/>
          </a:xfrm>
          <a:custGeom>
            <a:avLst/>
            <a:gdLst/>
            <a:ahLst/>
            <a:cxnLst/>
            <a:rect l="l" t="t" r="r" b="b"/>
            <a:pathLst>
              <a:path w="1832956" h="2057400">
                <a:moveTo>
                  <a:pt x="0" y="0"/>
                </a:moveTo>
                <a:lnTo>
                  <a:pt x="1832957" y="0"/>
                </a:lnTo>
                <a:lnTo>
                  <a:pt x="1832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666515" y="1371600"/>
            <a:ext cx="9196803" cy="269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b="1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Metodología de desarrollo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04322" y="5332736"/>
            <a:ext cx="6658997" cy="854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Desarrollo incremental e iterativo, permitiendo validar y mejorar el sistema durante todo el proyecto.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04322" y="3976645"/>
            <a:ext cx="5481737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5000" b="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Metodología Ágil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69339" y="1713861"/>
            <a:ext cx="7333825" cy="141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131"/>
              </a:lnSpc>
            </a:pPr>
            <a:r>
              <a:rPr lang="en-US" sz="11513" b="1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Beneficios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944774" y="4120019"/>
            <a:ext cx="3354861" cy="4483132"/>
            <a:chOff x="0" y="0"/>
            <a:chExt cx="933099" cy="12469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3099" cy="1246909"/>
            </a:xfrm>
            <a:custGeom>
              <a:avLst/>
              <a:gdLst/>
              <a:ahLst/>
              <a:cxnLst/>
              <a:rect l="l" t="t" r="r" b="b"/>
              <a:pathLst>
                <a:path w="933099" h="124690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80190" y="4120019"/>
            <a:ext cx="3354861" cy="4483132"/>
            <a:chOff x="0" y="0"/>
            <a:chExt cx="933099" cy="12469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3099" cy="1246909"/>
            </a:xfrm>
            <a:custGeom>
              <a:avLst/>
              <a:gdLst/>
              <a:ahLst/>
              <a:cxnLst/>
              <a:rect l="l" t="t" r="r" b="b"/>
              <a:pathLst>
                <a:path w="933099" h="124690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12886" y="4120019"/>
            <a:ext cx="3354861" cy="4483132"/>
            <a:chOff x="0" y="0"/>
            <a:chExt cx="933099" cy="1246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3099" cy="1246909"/>
            </a:xfrm>
            <a:custGeom>
              <a:avLst/>
              <a:gdLst/>
              <a:ahLst/>
              <a:cxnLst/>
              <a:rect l="l" t="t" r="r" b="b"/>
              <a:pathLst>
                <a:path w="933099" h="124690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48303" y="4120019"/>
            <a:ext cx="3354861" cy="4483132"/>
            <a:chOff x="0" y="0"/>
            <a:chExt cx="933099" cy="12469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3099" cy="1246909"/>
            </a:xfrm>
            <a:custGeom>
              <a:avLst/>
              <a:gdLst/>
              <a:ahLst/>
              <a:cxnLst/>
              <a:rect l="l" t="t" r="r" b="b"/>
              <a:pathLst>
                <a:path w="933099" h="124690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54985" y="5618496"/>
            <a:ext cx="2223870" cy="115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Información centralizada sobre todas las solicitudes y registro completo del ciclo de vida del ticket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6652" y="4836189"/>
            <a:ext cx="2791104" cy="5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556" b="1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Mayor control y trazabilidad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3099" y="5618496"/>
            <a:ext cx="2223870" cy="1452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Reducción de tareas manuales y repetitivas, notificaciones y comunicación automatica mediante correo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60709" y="4839433"/>
            <a:ext cx="2791104" cy="5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556" b="1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Mayor eficiencia y automatización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79742" y="5618496"/>
            <a:ext cx="2223870" cy="115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Los usuarios pueden conocer el estado de sus solicitudes y reiterar en caso de ser requerido.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92276" y="4836189"/>
            <a:ext cx="2791104" cy="30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556" b="1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Mejor atención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13798" y="5618496"/>
            <a:ext cx="2223870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Dashboards e indicadores para detectar tendencias y problemas.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23844" y="4839433"/>
            <a:ext cx="2791104" cy="5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556" b="1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Información para gestión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7923" y="-1257149"/>
            <a:ext cx="4106217" cy="4571699"/>
          </a:xfrm>
          <a:custGeom>
            <a:avLst/>
            <a:gdLst/>
            <a:ahLst/>
            <a:cxnLst/>
            <a:rect l="l" t="t" r="r" b="b"/>
            <a:pathLst>
              <a:path w="4106217" h="4571699">
                <a:moveTo>
                  <a:pt x="0" y="0"/>
                </a:moveTo>
                <a:lnTo>
                  <a:pt x="4106216" y="0"/>
                </a:lnTo>
                <a:lnTo>
                  <a:pt x="410621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-2200587" y="-2810600"/>
            <a:ext cx="3898412" cy="4571699"/>
          </a:xfrm>
          <a:custGeom>
            <a:avLst/>
            <a:gdLst/>
            <a:ahLst/>
            <a:cxnLst/>
            <a:rect l="l" t="t" r="r" b="b"/>
            <a:pathLst>
              <a:path w="3898412" h="4571699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-2200587" y="7703353"/>
            <a:ext cx="3341496" cy="4571699"/>
          </a:xfrm>
          <a:custGeom>
            <a:avLst/>
            <a:gdLst/>
            <a:ahLst/>
            <a:cxnLst/>
            <a:rect l="l" t="t" r="r" b="b"/>
            <a:pathLst>
              <a:path w="3341496" h="4571699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-1573503" y="3134857"/>
            <a:ext cx="2644244" cy="4516565"/>
          </a:xfrm>
          <a:custGeom>
            <a:avLst/>
            <a:gdLst/>
            <a:ahLst/>
            <a:cxnLst/>
            <a:rect l="l" t="t" r="r" b="b"/>
            <a:pathLst>
              <a:path w="2644244" h="4516565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374749"/>
            <a:ext cx="14630400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78783" y="141605"/>
            <a:ext cx="1133043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 funcionamiento sistema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450856"/>
            <a:ext cx="7911840" cy="121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999" b="1" spc="-62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Muchas gracias</a:t>
            </a:r>
          </a:p>
        </p:txBody>
      </p:sp>
      <p:sp>
        <p:nvSpPr>
          <p:cNvPr id="3" name="Freeform 3"/>
          <p:cNvSpPr/>
          <p:nvPr/>
        </p:nvSpPr>
        <p:spPr>
          <a:xfrm>
            <a:off x="8212772" y="8251110"/>
            <a:ext cx="7607678" cy="4813586"/>
          </a:xfrm>
          <a:custGeom>
            <a:avLst/>
            <a:gdLst/>
            <a:ahLst/>
            <a:cxnLst/>
            <a:rect l="l" t="t" r="r" b="b"/>
            <a:pathLst>
              <a:path w="7607678" h="4813586">
                <a:moveTo>
                  <a:pt x="0" y="0"/>
                </a:moveTo>
                <a:lnTo>
                  <a:pt x="7607679" y="0"/>
                </a:lnTo>
                <a:lnTo>
                  <a:pt x="7607679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1681933" y="4146056"/>
            <a:ext cx="3292727" cy="5310849"/>
          </a:xfrm>
          <a:custGeom>
            <a:avLst/>
            <a:gdLst/>
            <a:ahLst/>
            <a:cxnLst/>
            <a:rect l="l" t="t" r="r" b="b"/>
            <a:pathLst>
              <a:path w="3292727" h="5310849">
                <a:moveTo>
                  <a:pt x="0" y="0"/>
                </a:moveTo>
                <a:lnTo>
                  <a:pt x="3292727" y="0"/>
                </a:lnTo>
                <a:lnTo>
                  <a:pt x="3292727" y="5310849"/>
                </a:lnTo>
                <a:lnTo>
                  <a:pt x="0" y="5310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5479773" y="6145918"/>
            <a:ext cx="3168214" cy="4813586"/>
          </a:xfrm>
          <a:custGeom>
            <a:avLst/>
            <a:gdLst/>
            <a:ahLst/>
            <a:cxnLst/>
            <a:rect l="l" t="t" r="r" b="b"/>
            <a:pathLst>
              <a:path w="3168214" h="4813586">
                <a:moveTo>
                  <a:pt x="0" y="0"/>
                </a:moveTo>
                <a:lnTo>
                  <a:pt x="3168214" y="0"/>
                </a:lnTo>
                <a:lnTo>
                  <a:pt x="3168214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3798661" y="1432573"/>
            <a:ext cx="2984423" cy="4813586"/>
          </a:xfrm>
          <a:custGeom>
            <a:avLst/>
            <a:gdLst/>
            <a:ahLst/>
            <a:cxnLst/>
            <a:rect l="l" t="t" r="r" b="b"/>
            <a:pathLst>
              <a:path w="2984423" h="4813586">
                <a:moveTo>
                  <a:pt x="0" y="0"/>
                </a:moveTo>
                <a:lnTo>
                  <a:pt x="2984423" y="0"/>
                </a:lnTo>
                <a:lnTo>
                  <a:pt x="2984423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1681933" y="541097"/>
            <a:ext cx="1523200" cy="3298268"/>
          </a:xfrm>
          <a:custGeom>
            <a:avLst/>
            <a:gdLst/>
            <a:ahLst/>
            <a:cxnLst/>
            <a:rect l="l" t="t" r="r" b="b"/>
            <a:pathLst>
              <a:path w="1523200" h="3298268">
                <a:moveTo>
                  <a:pt x="0" y="0"/>
                </a:moveTo>
                <a:lnTo>
                  <a:pt x="1523200" y="0"/>
                </a:lnTo>
                <a:lnTo>
                  <a:pt x="1523200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9699662" y="4356453"/>
            <a:ext cx="1477446" cy="3199194"/>
          </a:xfrm>
          <a:custGeom>
            <a:avLst/>
            <a:gdLst/>
            <a:ahLst/>
            <a:cxnLst/>
            <a:rect l="l" t="t" r="r" b="b"/>
            <a:pathLst>
              <a:path w="1477446" h="3199194">
                <a:moveTo>
                  <a:pt x="0" y="0"/>
                </a:moveTo>
                <a:lnTo>
                  <a:pt x="1477446" y="0"/>
                </a:lnTo>
                <a:lnTo>
                  <a:pt x="1477446" y="3199195"/>
                </a:lnTo>
                <a:lnTo>
                  <a:pt x="0" y="3199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4974660" y="-787980"/>
            <a:ext cx="2884906" cy="3238159"/>
          </a:xfrm>
          <a:custGeom>
            <a:avLst/>
            <a:gdLst/>
            <a:ahLst/>
            <a:cxnLst/>
            <a:rect l="l" t="t" r="r" b="b"/>
            <a:pathLst>
              <a:path w="2884906" h="3238159">
                <a:moveTo>
                  <a:pt x="0" y="0"/>
                </a:moveTo>
                <a:lnTo>
                  <a:pt x="2884905" y="0"/>
                </a:lnTo>
                <a:lnTo>
                  <a:pt x="2884905" y="3238159"/>
                </a:lnTo>
                <a:lnTo>
                  <a:pt x="0" y="323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</Words>
  <Application>Microsoft Office PowerPoint</Application>
  <PresentationFormat>Personalizado</PresentationFormat>
  <Paragraphs>42</Paragraphs>
  <Slides>13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Calibri</vt:lpstr>
      <vt:lpstr>Arial</vt:lpstr>
      <vt:lpstr>Proxima Nova Bold</vt:lpstr>
      <vt:lpstr>Open Sans Bold</vt:lpstr>
      <vt:lpstr>Proxima Nova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Capstone</dc:title>
  <cp:lastModifiedBy>EDUARDO . BRAVO DIAZ</cp:lastModifiedBy>
  <cp:revision>2</cp:revision>
  <dcterms:created xsi:type="dcterms:W3CDTF">2006-08-16T00:00:00Z</dcterms:created>
  <dcterms:modified xsi:type="dcterms:W3CDTF">2026-10-09T02:24:16Z</dcterms:modified>
  <dc:identifier>DAHSZiD5D2c</dc:identifier>
</cp:coreProperties>
</file>